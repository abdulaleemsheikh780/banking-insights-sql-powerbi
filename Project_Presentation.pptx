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EB50-C79B-002A-71EA-5F62B706D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EDFB8-30F4-173D-1397-1C9A3423D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08E8-A304-AC53-2FB8-4973E0E9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4E085-03BD-DDFB-7625-C685242B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3DA5-2089-4DC4-50B6-B3E03CF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0670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9050-D83E-9A3D-81FB-67A23C76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09B99-8672-8697-6DA7-32FD9A722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C577-9B33-F513-5FA3-1B917C51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B0012-B6DA-DDBB-7092-C5369A7D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A3656-5BD5-5EC8-5AA7-EDE2417A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558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88D1-819F-1F75-9B51-87A5E985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DDD5B-1B43-FCD2-DF60-250747D4D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D3BE4-1CD8-7688-A15F-29B6B5AA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273CF-60F7-FD6F-C5B7-F6606546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CCC03-5958-2690-3271-2A4D8582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5025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6877-BEE0-5DAD-C918-656BB65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4E0A-94B4-8702-4B06-15A16480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AACF3-1940-3988-9680-CF488740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3EE4C-A7CA-043E-2E95-EECE4592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5F079-3C70-FF5B-79F8-3DECBDB2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6F64D-6854-C052-F1A5-477D9113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283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9612-1409-9769-C271-F2A604FA3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C3BA6-AD7C-AB92-12ED-05D55F3F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1137A-FF6F-4AC8-CFF0-8E3F0F38A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81F83-0537-F9BF-8244-502B31BBE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D5FBD-1099-D41B-5AEF-21FE0BB55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175A3-E337-83D1-45DF-904927F0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6A05E-667E-03C4-031C-9F0E3F41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1BE24-DD5E-B481-1F7F-73B9D701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189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184E-3E72-D455-5A4F-185EE987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0E1BA-C4D3-93E7-8A94-001E2C6E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FD89F-6D92-F89E-19E4-B98F53F6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B0C16-A62E-249F-7896-2D81398E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00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16FF2A-7BBF-E77E-B2E7-FBF9075D6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974DF-91E2-6777-4883-75FEA662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BB53-E72D-04E2-2611-A77F67B0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765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365A-DA73-FD2F-87E1-2CB6C054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22883-D9EC-651F-FF19-1CEC25874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98E3F-7529-32BC-3277-FD7751653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936AE-05CE-015A-94EF-AF149A2E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DED82-5144-15DB-B2FC-C4DB1F09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0F846-6D2B-75FD-326E-7D5E2F32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880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7228-7D3F-4330-AE02-1F49499E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17210-1F3E-C7DA-0785-1DB0A5805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92940-A7FF-270A-D59F-41A372624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550EF-7CC9-6927-2941-ED040D4A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86A27-5081-7DBA-B33E-D2302E7C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ADB5-8961-4465-B36F-378D81E1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751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101A-6190-B942-9E88-3208E9DB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3A68A-0CBD-160B-28DA-E588F681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B7695-5820-8D37-4D79-25FA86F7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9C941-4F3D-1F26-5317-DC31C954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197F-1C7F-AE71-D9D0-D80788EF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075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B2FE5-DB41-BFA8-A143-5D1DA457B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CA7BC-F401-34FB-C3C2-3F27BB278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B2E8-BBB8-9110-6FD9-5182DFE3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7EB6A-C3CD-1722-52A4-8710CE4F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48C6-2693-A1C9-236D-2BA90E93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570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F343A-1121-04E6-5D82-DB09C4E23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D7BB1-8D06-5DC3-0960-1C7894F8B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6D2BE-23ED-9455-F9EB-A2C31D5A7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8E316-A751-4408-9C6F-A475ACCC86AA}" type="datetimeFigureOut">
              <a:rPr lang="en-PK" smtClean="0"/>
              <a:t>15/04/2026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42961-CCFA-DEF4-B991-0CE496D02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5D422-962F-6A7A-E539-12D4A2D6B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34963-8E54-401F-9697-7D98CD93932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606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5045C8-BD0B-9C05-0F2E-26CD06A35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645" y="1563328"/>
            <a:ext cx="4375355" cy="5378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985A0-B06F-6CA2-F5D2-E42FD1F4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63328"/>
            <a:ext cx="7816645" cy="5378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DE6DA-DD69-C807-7368-7766B3A12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698" y="835630"/>
            <a:ext cx="5135584" cy="627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0925B2-9375-A271-B45D-E3C9AF03E219}"/>
              </a:ext>
            </a:extLst>
          </p:cNvPr>
          <p:cNvSpPr txBox="1"/>
          <p:nvPr/>
        </p:nvSpPr>
        <p:spPr>
          <a:xfrm>
            <a:off x="181897" y="2316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Raw Data Exploration (First-15 Rows)</a:t>
            </a:r>
            <a:endParaRPr lang="en-PK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BD67C2-50ED-BD58-79BC-B5D8050C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23" y="1430594"/>
            <a:ext cx="4943297" cy="3759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18B0C3-788B-07DD-2AD0-A26E6DED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872" y="5742039"/>
            <a:ext cx="2702051" cy="8580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4AE92F-0469-4157-CA52-0C551413A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80" y="5341339"/>
            <a:ext cx="7148052" cy="13716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7E0969-00DE-0B63-7C44-65897B8CF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80" y="1059460"/>
            <a:ext cx="6674193" cy="137167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2A3CFAD-8559-9FF9-5B6C-701BE1DE4975}"/>
              </a:ext>
            </a:extLst>
          </p:cNvPr>
          <p:cNvSpPr txBox="1"/>
          <p:nvPr/>
        </p:nvSpPr>
        <p:spPr>
          <a:xfrm>
            <a:off x="113071" y="520729"/>
            <a:ext cx="6926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1. The Logical Query (Customer Categories)</a:t>
            </a:r>
            <a:endParaRPr lang="en-PK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36645A-5622-0A1D-425F-C2C147D81182}"/>
              </a:ext>
            </a:extLst>
          </p:cNvPr>
          <p:cNvSpPr txBox="1"/>
          <p:nvPr/>
        </p:nvSpPr>
        <p:spPr>
          <a:xfrm>
            <a:off x="139980" y="472898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2. The Financial Metric (Liquidity Ratio)</a:t>
            </a:r>
            <a:endParaRPr lang="en-PK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5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9DAF-3B90-F852-9CEB-5B99F404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CBA77B-E61E-74DA-E0DC-D399BD2C4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175" y="1329306"/>
            <a:ext cx="4736820" cy="2169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547719-4EDE-DC8F-CC5F-9A0EA554A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176" y="4588987"/>
            <a:ext cx="4736820" cy="22391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69643F-45DA-B6AD-82D2-E72196A3B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5" y="818042"/>
            <a:ext cx="6674193" cy="13716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1E1F56-A7C8-FCA2-9607-AC24B5646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5" y="3706507"/>
            <a:ext cx="6674193" cy="1371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ECCB0-85A1-B8B9-7E48-26E6AA1BD222}"/>
              </a:ext>
            </a:extLst>
          </p:cNvPr>
          <p:cNvSpPr txBox="1"/>
          <p:nvPr/>
        </p:nvSpPr>
        <p:spPr>
          <a:xfrm>
            <a:off x="62005" y="3244334"/>
            <a:ext cx="70467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4. The Deep Filter (Branch Account Breakdown)</a:t>
            </a:r>
            <a:endParaRPr lang="en-PK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1576D-CC9F-962E-A735-5C86DDBE08F5}"/>
              </a:ext>
            </a:extLst>
          </p:cNvPr>
          <p:cNvSpPr txBox="1"/>
          <p:nvPr/>
        </p:nvSpPr>
        <p:spPr>
          <a:xfrm>
            <a:off x="62004" y="355869"/>
            <a:ext cx="7164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3. The Summary Master (Branch Performance)</a:t>
            </a:r>
            <a:endParaRPr lang="en-PK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02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855BD-38BA-6E95-033E-1593FB48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7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44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ALEEM SHEIKH</dc:creator>
  <cp:lastModifiedBy>ABDUL ALEEM SHEIKH</cp:lastModifiedBy>
  <cp:revision>1</cp:revision>
  <dcterms:created xsi:type="dcterms:W3CDTF">2026-04-15T01:45:40Z</dcterms:created>
  <dcterms:modified xsi:type="dcterms:W3CDTF">2026-04-15T02:34:05Z</dcterms:modified>
</cp:coreProperties>
</file>